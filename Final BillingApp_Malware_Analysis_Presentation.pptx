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BillingApp.exe – Malware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Static Analysis &amp; Safe Lab Procedure</a:t>
            </a:r>
          </a:p>
          <a:p>
            <a:pPr>
              <a:spcAft>
                <a:spcPts val="900"/>
              </a:spcAft>
              <a:defRPr sz="1900"/>
            </a:pPr>
            <a:r>
              <a:t>Beginner-Level Training Presentation</a:t>
            </a:r>
          </a:p>
          <a:p>
            <a:pPr>
              <a:spcAft>
                <a:spcPts val="900"/>
              </a:spcAft>
              <a:defRPr sz="1900"/>
            </a:pPr>
            <a:r>
              <a:t>Analysis date: 20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Sample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File: BillingApp.exe</a:t>
            </a:r>
          </a:p>
          <a:p>
            <a:pPr>
              <a:spcAft>
                <a:spcPts val="900"/>
              </a:spcAft>
              <a:defRPr sz="1900"/>
            </a:pPr>
            <a:r>
              <a:t>Size: ~27 MiB</a:t>
            </a:r>
          </a:p>
          <a:p>
            <a:pPr>
              <a:spcAft>
                <a:spcPts val="900"/>
              </a:spcAft>
              <a:defRPr sz="1900"/>
            </a:pPr>
            <a:r>
              <a:t>Format: PE32+ / x86-64 / Windows CUI</a:t>
            </a:r>
          </a:p>
          <a:p>
            <a:pPr>
              <a:spcAft>
                <a:spcPts val="900"/>
              </a:spcAft>
              <a:defRPr sz="1900"/>
            </a:pPr>
            <a:r>
              <a:t>SHA-256: a7664b8ce3807c15a1e76384d6312eead5f5df3140c48a74dc7298e09f7acce7</a:t>
            </a:r>
          </a:p>
          <a:p>
            <a:pPr>
              <a:spcAft>
                <a:spcPts val="900"/>
              </a:spcAft>
              <a:defRPr sz="1900"/>
            </a:pPr>
            <a:r>
              <a:t>Execution status: NOT EXECUTED during static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Lab Safety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Use a disposable VMware snapshot</a:t>
            </a:r>
          </a:p>
          <a:p>
            <a:pPr>
              <a:spcAft>
                <a:spcPts val="900"/>
              </a:spcAft>
              <a:defRPr sz="1900"/>
            </a:pPr>
            <a:r>
              <a:t>Use Host-only/Internal networking</a:t>
            </a:r>
          </a:p>
          <a:p>
            <a:pPr>
              <a:spcAft>
                <a:spcPts val="900"/>
              </a:spcAft>
              <a:defRPr sz="1900"/>
            </a:pPr>
            <a:r>
              <a:t>Disable shared clipboard, folders and drag-and-drop</a:t>
            </a:r>
          </a:p>
          <a:p>
            <a:pPr>
              <a:spcAft>
                <a:spcPts val="900"/>
              </a:spcAft>
              <a:defRPr sz="1900"/>
            </a:pPr>
            <a:r>
              <a:t>Do not use corporate credentials or personal files</a:t>
            </a:r>
          </a:p>
          <a:p>
            <a:pPr>
              <a:spcAft>
                <a:spcPts val="900"/>
              </a:spcAft>
              <a:defRPr sz="1900"/>
            </a:pPr>
            <a:r>
              <a:t>Do not use bridged networking</a:t>
            </a:r>
          </a:p>
          <a:p>
            <a:pPr>
              <a:spcAft>
                <a:spcPts val="900"/>
              </a:spcAft>
              <a:defRPr sz="1900"/>
            </a:pPr>
            <a:r>
              <a:t>Static analysis was performed without launching the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File Identification &amp; Hashing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Purpose: identify file type, architecture and cryptographic identifiers</a:t>
            </a:r>
          </a:p>
          <a:p>
            <a:pPr>
              <a:spcAft>
                <a:spcPts val="900"/>
              </a:spcAft>
              <a:defRPr sz="1900"/>
            </a:pPr>
            <a:r>
              <a:t>Commands: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file BillingApp.exe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ls -lh BillingApp.exe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sha256sum BillingApp.exe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md5sum BillingApp.exe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PE Header &amp; Section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PE32+ / x86-64 Windows executable</a:t>
            </a:r>
          </a:p>
          <a:p>
            <a:pPr>
              <a:spcAft>
                <a:spcPts val="900"/>
              </a:spcAft>
              <a:defRPr sz="1900"/>
            </a:pPr>
            <a:r>
              <a:t>Seven PE sections identified</a:t>
            </a:r>
          </a:p>
          <a:p>
            <a:pPr>
              <a:spcAft>
                <a:spcPts val="900"/>
              </a:spcAft>
              <a:defRPr sz="1900"/>
            </a:pPr>
            <a:r>
              <a:t>Entry point: 0xDCF0</a:t>
            </a:r>
          </a:p>
          <a:p>
            <a:pPr>
              <a:spcAft>
                <a:spcPts val="900"/>
              </a:spcAft>
              <a:defRPr sz="1900"/>
            </a:pPr>
            <a:r>
              <a:t>Highest observed section entropy: .rsrc = 7.350</a:t>
            </a:r>
          </a:p>
          <a:p>
            <a:pPr>
              <a:spcAft>
                <a:spcPts val="900"/>
              </a:spcAft>
              <a:defRPr sz="1900"/>
            </a:pPr>
            <a:r>
              <a:t>Entropy alone does not prove packing or malicious behavior</a:t>
            </a:r>
          </a:p>
          <a:p>
            <a:pPr>
              <a:spcAft>
                <a:spcPts val="900"/>
              </a:spcAft>
              <a:defRPr sz="1900"/>
            </a:pPr>
            <a:r>
              <a:t>Command: objdump -x BillingApp.exe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Import &amp; String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Observed DLLs: USER32.dll, KERNEL32.dll, ADVAPI32.dll</a:t>
            </a:r>
          </a:p>
          <a:p>
            <a:pPr>
              <a:spcAft>
                <a:spcPts val="900"/>
              </a:spcAft>
              <a:defRPr sz="1900"/>
            </a:pPr>
            <a:r>
              <a:t>Python/PyInstaller runtime APIs explain many process/file APIs</a:t>
            </a:r>
          </a:p>
          <a:p>
            <a:pPr>
              <a:spcAft>
                <a:spcPts val="900"/>
              </a:spcAft>
              <a:defRPr sz="1900"/>
            </a:pPr>
            <a:r>
              <a:t>Strings reveal application routes, libraries and configuration</a:t>
            </a:r>
          </a:p>
          <a:p>
            <a:pPr>
              <a:spcAft>
                <a:spcPts val="900"/>
              </a:spcAft>
              <a:defRPr sz="1900"/>
            </a:pPr>
            <a:r>
              <a:t>Commands: objdump -p and strings</a:t>
            </a:r>
          </a:p>
          <a:p>
            <a:pPr>
              <a:spcAft>
                <a:spcPts val="900"/>
              </a:spcAft>
              <a:defRPr sz="1900"/>
            </a:pPr>
            <a:r>
              <a:t>No direct WinINet/WinHTTP/WS2_32 imports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PyInstaller &amp; Application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PyInstaller markers: PYZ.pyz, _MEIPASS, python314.dll</a:t>
            </a:r>
          </a:p>
          <a:p>
            <a:pPr>
              <a:spcAft>
                <a:spcPts val="900"/>
              </a:spcAft>
              <a:defRPr sz="1900"/>
            </a:pPr>
            <a:r>
              <a:t>Embedded components include Flask, SQLAlchemy, SQLite, ReportLab and Waitress</a:t>
            </a:r>
          </a:p>
          <a:p>
            <a:pPr>
              <a:spcAft>
                <a:spcPts val="900"/>
              </a:spcAft>
              <a:defRPr sz="1900"/>
            </a:pPr>
            <a:r>
              <a:t>Local web server behavior: localhost / 127.0.0.1</a:t>
            </a:r>
          </a:p>
          <a:p>
            <a:pPr>
              <a:spcAft>
                <a:spcPts val="900"/>
              </a:spcAft>
              <a:defRPr sz="1900"/>
            </a:pPr>
            <a:r>
              <a:t>Billing APIs: /api/login, /api/register, /api/bills</a:t>
            </a:r>
          </a:p>
          <a:p>
            <a:pPr>
              <a:spcAft>
                <a:spcPts val="900"/>
              </a:spcAft>
              <a:defRPr sz="1900"/>
            </a:pPr>
            <a:r>
              <a:t>Local database: billing.db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Security Weaknesses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Hard-coded Flask SECRET_KEY: billing-system-secret-key-2026</a:t>
            </a:r>
          </a:p>
          <a:p>
            <a:pPr>
              <a:spcAft>
                <a:spcPts val="900"/>
              </a:spcAft>
              <a:defRPr sz="1900"/>
            </a:pPr>
            <a:r>
              <a:t>Default account: admin / admin123</a:t>
            </a:r>
          </a:p>
          <a:p>
            <a:pPr>
              <a:spcAft>
                <a:spcPts val="900"/>
              </a:spcAft>
              <a:defRPr sz="1900"/>
            </a:pPr>
            <a:r>
              <a:t>Local SQLite storage may contain billing/customer data</a:t>
            </a:r>
          </a:p>
          <a:p>
            <a:pPr>
              <a:spcAft>
                <a:spcPts val="900"/>
              </a:spcAft>
              <a:defRPr sz="1900"/>
            </a:pPr>
            <a:r>
              <a:t>Invoice/PDF endpoints require strong authorization</a:t>
            </a:r>
          </a:p>
          <a:p>
            <a:pPr>
              <a:spcAft>
                <a:spcPts val="900"/>
              </a:spcAft>
              <a:defRPr sz="1900"/>
            </a:pPr>
            <a:r>
              <a:t>These are application-security weaknesses, not automatically 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Malware-Behavior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Persistence: not observed statically</a:t>
            </a:r>
          </a:p>
          <a:p>
            <a:pPr>
              <a:spcAft>
                <a:spcPts val="900"/>
              </a:spcAft>
              <a:defRPr sz="1900"/>
            </a:pPr>
            <a:r>
              <a:t>External C2 URL/IP: not observed statically</a:t>
            </a:r>
          </a:p>
          <a:p>
            <a:pPr>
              <a:spcAft>
                <a:spcPts val="900"/>
              </a:spcAft>
              <a:defRPr sz="1900"/>
            </a:pPr>
            <a:r>
              <a:t>Credential theft: not observed statically</a:t>
            </a:r>
          </a:p>
          <a:p>
            <a:pPr>
              <a:spcAft>
                <a:spcPts val="900"/>
              </a:spcAft>
              <a:defRPr sz="1900"/>
            </a:pPr>
            <a:r>
              <a:t>Ransomware/file encryption: not observed statically</a:t>
            </a:r>
          </a:p>
          <a:p>
            <a:pPr>
              <a:spcAft>
                <a:spcPts val="900"/>
              </a:spcAft>
              <a:defRPr sz="1900"/>
            </a:pPr>
            <a:r>
              <a:t>Process injection: not established</a:t>
            </a:r>
          </a:p>
          <a:p>
            <a:pPr>
              <a:spcAft>
                <a:spcPts val="900"/>
              </a:spcAft>
              <a:defRPr sz="1900"/>
            </a:pPr>
            <a:r>
              <a:t>Observed: local Flask/Waitress server, SQLite database and PDF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Controlled Dynamic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Perform only inside an isolated Windows VM</a:t>
            </a:r>
          </a:p>
          <a:p>
            <a:pPr>
              <a:spcAft>
                <a:spcPts val="900"/>
              </a:spcAft>
              <a:defRPr sz="1900"/>
            </a:pPr>
            <a:r>
              <a:t>Baseline processes, network and filesystem state</a:t>
            </a:r>
          </a:p>
          <a:p>
            <a:pPr>
              <a:spcAft>
                <a:spcPts val="900"/>
              </a:spcAft>
              <a:defRPr sz="1900"/>
            </a:pPr>
            <a:r>
              <a:t>Use Wireshark for DNS/HTTP/TCP/UDP monitoring</a:t>
            </a:r>
          </a:p>
          <a:p>
            <a:pPr>
              <a:spcAft>
                <a:spcPts val="900"/>
              </a:spcAft>
              <a:defRPr sz="1900"/>
            </a:pPr>
            <a:r>
              <a:t>Use Procmon for process, file, registry and TCP activity</a:t>
            </a:r>
          </a:p>
          <a:p>
            <a:pPr>
              <a:spcAft>
                <a:spcPts val="900"/>
              </a:spcAft>
              <a:defRPr sz="1900"/>
            </a:pPr>
            <a:r>
              <a:t>Record child processes, DNS, ports and outbound connections</a:t>
            </a:r>
          </a:p>
          <a:p>
            <a:pPr>
              <a:spcAft>
                <a:spcPts val="900"/>
              </a:spcAft>
              <a:defRPr sz="1900"/>
            </a:pPr>
            <a:r>
              <a:t>Export evidence and revert the clean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Linux Monitoring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sudo tcpdump -i eth0 -nn -w billingapp.pcap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sudo ss -lntup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sudo lsof -i -n -P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grep -E "BillingApp|127.0.0.1|localhost" /path/to/exported/logs/*</a:t>
            </a:r>
          </a:p>
          <a:p>
            <a:pPr>
              <a:spcAft>
                <a:spcPts val="900"/>
              </a:spcAft>
              <a:defRPr sz="1500">
                <a:latin typeface="Consolas"/>
              </a:defRPr>
            </a:pPr>
            <a:r>
              <a:t>wireshark billingapp.pcap</a:t>
            </a:r>
          </a:p>
          <a:p>
            <a:pPr>
              <a:spcAft>
                <a:spcPts val="900"/>
              </a:spcAft>
              <a:defRPr sz="1900"/>
            </a:pPr>
            <a:r>
              <a:t>Do not expose the sample to the public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Countermeasures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Remove hard-coded secrets and default credentials</a:t>
            </a:r>
          </a:p>
          <a:p>
            <a:pPr>
              <a:spcAft>
                <a:spcPts val="900"/>
              </a:spcAft>
              <a:defRPr sz="1900"/>
            </a:pPr>
            <a:r>
              <a:t>Use a secrets manager and strong administrator authentication</a:t>
            </a:r>
          </a:p>
          <a:p>
            <a:pPr>
              <a:spcAft>
                <a:spcPts val="900"/>
              </a:spcAft>
              <a:defRPr sz="1900"/>
            </a:pPr>
            <a:r>
              <a:t>Apply least privilege</a:t>
            </a:r>
          </a:p>
          <a:p>
            <a:pPr>
              <a:spcAft>
                <a:spcPts val="900"/>
              </a:spcAft>
              <a:defRPr sz="1900"/>
            </a:pPr>
            <a:r>
              <a:t>Restrict listening interfaces and firewall ports</a:t>
            </a:r>
          </a:p>
          <a:p>
            <a:pPr>
              <a:spcAft>
                <a:spcPts val="900"/>
              </a:spcAft>
              <a:defRPr sz="1900"/>
            </a:pPr>
            <a:r>
              <a:t>Enforce authorization on invoice/PDF endpoints</a:t>
            </a:r>
          </a:p>
          <a:p>
            <a:pPr>
              <a:spcAft>
                <a:spcPts val="900"/>
              </a:spcAft>
              <a:defRPr sz="1900"/>
            </a:pPr>
            <a:r>
              <a:t>Protect SQLite/PDF files with ACLs</a:t>
            </a:r>
          </a:p>
          <a:p>
            <a:pPr>
              <a:spcAft>
                <a:spcPts val="900"/>
              </a:spcAft>
              <a:defRPr sz="1900"/>
            </a:pPr>
            <a:r>
              <a:t>Patch dependencies and code-sign production builds</a:t>
            </a:r>
          </a:p>
          <a:p>
            <a:pPr>
              <a:spcAft>
                <a:spcPts val="900"/>
              </a:spcAft>
              <a:defRPr sz="1900"/>
            </a:pPr>
            <a:r>
              <a:t>Enable EDR and centralized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Final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Static evidence is more consistent with a packaged billing/web application than conventional malware</a:t>
            </a:r>
          </a:p>
          <a:p>
            <a:pPr>
              <a:spcAft>
                <a:spcPts val="900"/>
              </a:spcAft>
              <a:defRPr sz="1900"/>
            </a:pPr>
            <a:r>
              <a:t>Concrete application-security weaknesses were identified</a:t>
            </a:r>
          </a:p>
          <a:p>
            <a:pPr>
              <a:spcAft>
                <a:spcPts val="900"/>
              </a:spcAft>
              <a:defRPr sz="1900"/>
            </a:pPr>
            <a:r>
              <a:t>No external C2 or persistence was established statically</a:t>
            </a:r>
          </a:p>
          <a:p>
            <a:pPr>
              <a:spcAft>
                <a:spcPts val="900"/>
              </a:spcAft>
              <a:defRPr sz="1900"/>
            </a:pPr>
            <a:r>
              <a:t>Static analysis cannot provide a final runtime verdict</a:t>
            </a:r>
          </a:p>
          <a:p>
            <a:pPr>
              <a:spcAft>
                <a:spcPts val="900"/>
              </a:spcAft>
              <a:defRPr sz="1900"/>
            </a:pPr>
            <a:r>
              <a:t>Controlled dynamic analysis and, where appropriate, code/dependency review are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Malware Analysis |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