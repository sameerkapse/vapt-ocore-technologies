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Malware Analysis – BillingApp.exe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Static analysis of a Windows executable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Sample: BillingApp.exe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Isolated Linux analysis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Analyze the executable safely</a:t>
            </a:r>
          </a:p>
          <a:p>
            <a:pPr>
              <a:spcAft>
                <a:spcPts val="1000"/>
              </a:spcAft>
              <a:defRPr sz="2000"/>
            </a:pPr>
            <a:r>
              <a:t>Identify file type and embedded components</a:t>
            </a:r>
          </a:p>
          <a:p>
            <a:pPr>
              <a:spcAft>
                <a:spcPts val="1000"/>
              </a:spcAft>
              <a:defRPr sz="2000"/>
            </a:pPr>
            <a:r>
              <a:t>Look for malware indicators</a:t>
            </a:r>
          </a:p>
          <a:p>
            <a:pPr>
              <a:spcAft>
                <a:spcPts val="1000"/>
              </a:spcAft>
              <a:defRPr sz="2000"/>
            </a:pPr>
            <a:r>
              <a:t>Identify security weaknesses</a:t>
            </a:r>
          </a:p>
          <a:p>
            <a:pPr>
              <a:spcAft>
                <a:spcPts val="1000"/>
              </a:spcAft>
              <a:defRPr sz="2000"/>
            </a:pPr>
            <a:r>
              <a:t>Document findings and countermeasures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Safe Analysis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 an isolated VMware/Kali Linux VM</a:t>
            </a:r>
          </a:p>
          <a:p>
            <a:pPr>
              <a:spcAft>
                <a:spcPts val="1000"/>
              </a:spcAft>
              <a:defRPr sz="2000"/>
            </a:pPr>
            <a:r>
              <a:t>Do not execute the sample on the host</a:t>
            </a:r>
          </a:p>
          <a:p>
            <a:pPr>
              <a:spcAft>
                <a:spcPts val="1000"/>
              </a:spcAft>
              <a:defRPr sz="2000"/>
            </a:pPr>
            <a:r>
              <a:t>Take a VM snapshot before testing</a:t>
            </a:r>
          </a:p>
          <a:p>
            <a:pPr>
              <a:spcAft>
                <a:spcPts val="1000"/>
              </a:spcAft>
              <a:defRPr sz="2000"/>
            </a:pPr>
            <a:r>
              <a:t>Use a dedicated analysis directory</a:t>
            </a:r>
          </a:p>
          <a:p>
            <a:pPr>
              <a:spcAft>
                <a:spcPts val="1000"/>
              </a:spcAft>
              <a:defRPr sz="2000"/>
            </a:pPr>
            <a:r>
              <a:t>Perform static analysis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Initial File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Identify file type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Calculate SHA-256 hash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Check size and architecture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Commands:</a:t>
            </a:r>
          </a:p>
          <a:p>
            <a:pPr>
              <a:spcAft>
                <a:spcPts val="1000"/>
              </a:spcAft>
              <a:defRPr sz="2000" b="1">
                <a:latin typeface="Consolas"/>
              </a:defRPr>
            </a:pPr>
            <a:r>
              <a:rPr dirty="0"/>
              <a:t>file BillingApp.exe</a:t>
            </a:r>
            <a:endParaRPr lang="en-US" dirty="0"/>
          </a:p>
          <a:p>
            <a:pPr>
              <a:spcAft>
                <a:spcPts val="1000"/>
              </a:spcAft>
              <a:defRPr sz="2000" b="1">
                <a:latin typeface="Consolas"/>
              </a:defRPr>
            </a:pPr>
            <a:endParaRPr lang="en-US" dirty="0"/>
          </a:p>
          <a:p>
            <a:pPr>
              <a:spcAft>
                <a:spcPts val="1000"/>
              </a:spcAft>
              <a:defRPr sz="2000" b="1">
                <a:latin typeface="Consolas"/>
              </a:defRPr>
            </a:pPr>
            <a:endParaRPr dirty="0"/>
          </a:p>
          <a:p>
            <a:pPr>
              <a:spcAft>
                <a:spcPts val="1000"/>
              </a:spcAft>
              <a:defRPr sz="2000" b="1">
                <a:latin typeface="Consolas"/>
              </a:defRPr>
            </a:pPr>
            <a:r>
              <a:rPr dirty="0"/>
              <a:t>sha256sum BillingApp.exe</a:t>
            </a:r>
            <a:endParaRPr lang="en-US" dirty="0"/>
          </a:p>
          <a:p>
            <a:pPr>
              <a:spcAft>
                <a:spcPts val="1000"/>
              </a:spcAft>
              <a:defRPr sz="2000" b="1">
                <a:latin typeface="Consolas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4/12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F8EEA3-D5DB-CEC3-1D34-60C6F8706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91" y="3429000"/>
            <a:ext cx="7906853" cy="676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24CDDB-5EC6-9454-9A2A-17E119BF2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91" y="4754752"/>
            <a:ext cx="7697274" cy="914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PE &amp; Import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64-bit Windows PE executable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Seven sections identified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Observed imports: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USER32.dll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KERNEL32.dll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ADVAPI32.dll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Strings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Extract readable strings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Search for URLs, IPs, commands and credentials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Python/Flask/</a:t>
            </a:r>
            <a:r>
              <a:rPr dirty="0" err="1"/>
              <a:t>ReportLab</a:t>
            </a:r>
            <a:r>
              <a:rPr dirty="0"/>
              <a:t> components observed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Billing and web-application strings observed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PyInstaller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Executable is packaged with PyInstaller</a:t>
            </a:r>
          </a:p>
          <a:p>
            <a:pPr>
              <a:spcAft>
                <a:spcPts val="1000"/>
              </a:spcAft>
              <a:defRPr sz="2000"/>
            </a:pPr>
            <a:r>
              <a:t>Embedded Python application components identified</a:t>
            </a:r>
          </a:p>
          <a:p>
            <a:pPr>
              <a:spcAft>
                <a:spcPts val="1000"/>
              </a:spcAft>
              <a:defRPr sz="2000"/>
            </a:pPr>
            <a:r>
              <a:t>Flask web server</a:t>
            </a:r>
          </a:p>
          <a:p>
            <a:pPr>
              <a:spcAft>
                <a:spcPts val="1000"/>
              </a:spcAft>
              <a:defRPr sz="2000"/>
            </a:pPr>
            <a:r>
              <a:t>SQLite database</a:t>
            </a:r>
          </a:p>
          <a:p>
            <a:pPr>
              <a:spcAft>
                <a:spcPts val="1000"/>
              </a:spcAft>
              <a:defRPr sz="2000"/>
            </a:pPr>
            <a:r>
              <a:t>Invoice/PDF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Important Security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Hard-coded Flask secret key identified</a:t>
            </a:r>
          </a:p>
          <a:p>
            <a:pPr>
              <a:spcAft>
                <a:spcPts val="1000"/>
              </a:spcAft>
              <a:defRPr sz="2000"/>
            </a:pPr>
            <a:r>
              <a:t>Default credential: admin / admin123</a:t>
            </a:r>
          </a:p>
          <a:p>
            <a:pPr>
              <a:spcAft>
                <a:spcPts val="1000"/>
              </a:spcAft>
              <a:defRPr sz="2000"/>
            </a:pPr>
            <a:r>
              <a:t>Local SQLite database: billing.db</a:t>
            </a:r>
          </a:p>
          <a:p>
            <a:pPr>
              <a:spcAft>
                <a:spcPts val="1000"/>
              </a:spcAft>
              <a:defRPr sz="2000"/>
            </a:pPr>
            <a:r>
              <a:t>Web/API routes embedded in application</a:t>
            </a:r>
          </a:p>
          <a:p>
            <a:pPr>
              <a:spcAft>
                <a:spcPts val="1000"/>
              </a:spcAft>
              <a:defRPr sz="2000"/>
            </a:pPr>
            <a:r>
              <a:t>These weaknesses do not by themselves prove 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Malware Indicator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No clear external C2 address identified statically</a:t>
            </a:r>
          </a:p>
          <a:p>
            <a:pPr>
              <a:spcAft>
                <a:spcPts val="1000"/>
              </a:spcAft>
              <a:defRPr sz="2000"/>
            </a:pPr>
            <a:r>
              <a:t>No obvious persistence mechanism identified</a:t>
            </a:r>
          </a:p>
          <a:p>
            <a:pPr>
              <a:spcAft>
                <a:spcPts val="1000"/>
              </a:spcAft>
              <a:defRPr sz="2000"/>
            </a:pPr>
            <a:r>
              <a:t>No ransomware behavior identified</a:t>
            </a:r>
          </a:p>
          <a:p>
            <a:pPr>
              <a:spcAft>
                <a:spcPts val="1000"/>
              </a:spcAft>
              <a:defRPr sz="2000"/>
            </a:pPr>
            <a:r>
              <a:t>No clear destructive payload identified</a:t>
            </a:r>
          </a:p>
          <a:p>
            <a:pPr>
              <a:spcAft>
                <a:spcPts val="1000"/>
              </a:spcAft>
              <a:defRPr sz="2000"/>
            </a:pPr>
            <a:r>
              <a:t>Static evidence does not establish that the file is 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Recommended Dynamic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Perform only inside an isolated VM</a:t>
            </a:r>
          </a:p>
          <a:p>
            <a:pPr>
              <a:spcAft>
                <a:spcPts val="1000"/>
              </a:spcAft>
              <a:defRPr sz="2000"/>
            </a:pPr>
            <a:r>
              <a:t>Monitor processes with ps/top</a:t>
            </a:r>
          </a:p>
          <a:p>
            <a:pPr>
              <a:spcAft>
                <a:spcPts val="1000"/>
              </a:spcAft>
              <a:defRPr sz="2000"/>
            </a:pPr>
            <a:r>
              <a:t>Monitor traffic with Wireshark/tcpdump</a:t>
            </a:r>
          </a:p>
          <a:p>
            <a:pPr>
              <a:spcAft>
                <a:spcPts val="1000"/>
              </a:spcAft>
              <a:defRPr sz="2000"/>
            </a:pPr>
            <a:r>
              <a:t>Monitor file activity with auditd/inotify</a:t>
            </a:r>
          </a:p>
          <a:p>
            <a:pPr>
              <a:spcAft>
                <a:spcPts val="1000"/>
              </a:spcAft>
              <a:defRPr sz="2000"/>
            </a:pPr>
            <a:r>
              <a:t>Capture DNS and HTTP activity</a:t>
            </a:r>
          </a:p>
          <a:p>
            <a:pPr>
              <a:spcAft>
                <a:spcPts val="1000"/>
              </a:spcAft>
              <a:defRPr sz="2000"/>
            </a:pPr>
            <a:r>
              <a:t>Revert VM snapshot after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Countermeasures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Remove hard-coded secrets and credentials</a:t>
            </a:r>
          </a:p>
          <a:p>
            <a:pPr>
              <a:spcAft>
                <a:spcPts val="1000"/>
              </a:spcAft>
              <a:defRPr sz="2000"/>
            </a:pPr>
            <a:r>
              <a:t>Force strong unique passwords</a:t>
            </a:r>
          </a:p>
          <a:p>
            <a:pPr>
              <a:spcAft>
                <a:spcPts val="1000"/>
              </a:spcAft>
              <a:defRPr sz="2000"/>
            </a:pPr>
            <a:r>
              <a:t>Store secrets securely</a:t>
            </a:r>
          </a:p>
          <a:p>
            <a:pPr>
              <a:spcAft>
                <a:spcPts val="1000"/>
              </a:spcAft>
              <a:defRPr sz="2000"/>
            </a:pPr>
            <a:r>
              <a:t>Disable unnecessary network exposure</a:t>
            </a:r>
          </a:p>
          <a:p>
            <a:pPr>
              <a:spcAft>
                <a:spcPts val="1000"/>
              </a:spcAft>
              <a:defRPr sz="2000"/>
            </a:pPr>
            <a:r>
              <a:t>Validate and sanitize input</a:t>
            </a:r>
          </a:p>
          <a:p>
            <a:pPr>
              <a:spcAft>
                <a:spcPts val="1000"/>
              </a:spcAft>
              <a:defRPr sz="2000"/>
            </a:pPr>
            <a:r>
              <a:t>Apply least privilege</a:t>
            </a:r>
          </a:p>
          <a:p>
            <a:pPr>
              <a:spcAft>
                <a:spcPts val="1000"/>
              </a:spcAft>
              <a:defRPr sz="2000"/>
            </a:pPr>
            <a:r>
              <a:t>Patch OS and dependencies</a:t>
            </a:r>
          </a:p>
          <a:p>
            <a:pPr>
              <a:spcAft>
                <a:spcPts val="1000"/>
              </a:spcAft>
              <a:defRPr sz="2000"/>
            </a:pPr>
            <a:r>
              <a:t>Use EDR/AV and monitor suspicious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BillingApp.exe appears to be a packaged Python/Flask application</a:t>
            </a:r>
          </a:p>
          <a:p>
            <a:pPr>
              <a:spcAft>
                <a:spcPts val="1000"/>
              </a:spcAft>
              <a:defRPr sz="2000"/>
            </a:pPr>
            <a:r>
              <a:t>Static analysis found security weaknesses</a:t>
            </a:r>
          </a:p>
          <a:p>
            <a:pPr>
              <a:spcAft>
                <a:spcPts val="1000"/>
              </a:spcAft>
              <a:defRPr sz="2000"/>
            </a:pPr>
            <a:r>
              <a:t>No definitive malware behavior was established</a:t>
            </a:r>
          </a:p>
          <a:p>
            <a:pPr>
              <a:spcAft>
                <a:spcPts val="1000"/>
              </a:spcAft>
              <a:defRPr sz="2000"/>
            </a:pPr>
            <a:r>
              <a:t>Controlled dynamic analysis can validate runtime behavior</a:t>
            </a:r>
          </a:p>
          <a:p>
            <a:pPr>
              <a:spcAft>
                <a:spcPts val="1000"/>
              </a:spcAft>
              <a:defRPr sz="2000"/>
            </a:pPr>
            <a:r>
              <a:t>Treat unknown executables as untrusted until 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BillingApp.exe Analysis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446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Sameer kapse</cp:lastModifiedBy>
  <cp:revision>2</cp:revision>
  <dcterms:created xsi:type="dcterms:W3CDTF">2013-01-27T09:14:16Z</dcterms:created>
  <dcterms:modified xsi:type="dcterms:W3CDTF">2026-09-20T16:58:04Z</dcterms:modified>
  <cp:category/>
</cp:coreProperties>
</file>